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45"/>
    <p:restoredTop sz="95903"/>
  </p:normalViewPr>
  <p:slideViewPr>
    <p:cSldViewPr snapToGrid="0">
      <p:cViewPr varScale="1">
        <p:scale>
          <a:sx n="43" d="100"/>
          <a:sy n="43" d="100"/>
        </p:scale>
        <p:origin x="224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AA9FA4-32BC-A4A0-F8BD-240F0B916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167AF2F-77E9-C4B1-9B2A-F0EBEC0DF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5C5D35C-3873-A5D3-9477-48F21355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B41E011-6DF2-9841-5748-8019A6BB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BE6ECED-411B-7F44-29AB-13FF8DE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600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F54DC4-9E36-CE70-6A7E-5A86AF52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5BB536-C803-EF76-3B17-1B34CEC2F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AFBA850-A55F-2B8B-E88B-4478B7BC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C5901EB-60F7-3BEC-5D64-6247B7C9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FC902A0-A719-7D38-2942-EF89357B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216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EF50C7-FD9B-A686-0A43-55AD3DE8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2533CE0-3DBE-1C50-73B1-7FFB44378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7758CB-DB61-FF2C-1D9C-57045FAD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373E06-7934-68EA-A69D-80A07338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A930380-DCF3-27B3-9D3C-8AB403FD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514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4CA360-1DEF-16EE-1445-3D0A9936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B80234-A94B-9EAC-9DE8-AF6D87CBF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821D363-11CA-310F-DB8A-8AF51C8A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6CA1329-B008-8429-7E7E-A52E2C81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B72BA0B-A60B-C30E-2AE3-ABDB811F7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27AE1FA-F59A-D128-ED93-256CCF0E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629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6D11EE-73DD-5A0D-07D8-E8C2B87B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ECFBE4A-FC6A-E9B4-34E5-EDD6D3655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82EEA55-26B5-FFF5-60C6-812E4D0CB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8E8EC72-0E07-F79E-B435-2E90E2D60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B88532E-92AA-988C-1E17-1D4553AF8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40FC499-A2FB-AD83-B502-F5284874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07D927F-7636-7EF6-1AC8-12B895DA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EF4AD15-8C56-30AB-8394-AFB240DC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044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D294C7-4F0C-9442-F549-FA26CCB6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A811BD2-D7C1-9308-4441-0E2C4454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0CEDD17-84CE-299E-64A0-953FFAA1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02DC1E7-2006-0394-0A10-E65402AA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715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AA537BF-2A2C-BA75-BECD-F5647EC5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D28223C-96E6-9B73-3C2F-DE8B5A0D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50E41D-D69C-3891-3AA4-82E94852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336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F8EB13-128F-2CE0-BD28-FA0C4A10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A50F6C-2585-5BED-2109-3A5E02D3C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3FF1AC7-42AD-75C7-958A-D6DCC2D36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9368430-32F4-E12A-90F8-2BA257A6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260B0AC-2DD9-F8B6-638C-B5C71E82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ACE052B-66E5-9396-45D8-CCD9E06B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947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22B2A2-85A6-122E-FCFD-4B147B8E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8910D46-55BC-6557-C282-E04445C35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E21FCC5-05FF-7DFF-82D8-4D747301A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533ED4B-5A3A-9CFD-70D5-D36724D5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5740E0B-6750-AC95-AED5-70299D4D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F20B2BD-8F9B-3D18-1360-9230447B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152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59834A-9B12-3E92-6258-E85A40CB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1A1C8B6-0779-D230-0E39-2F8B6D3A1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001F5DE-01A5-D995-86B2-491B6DF8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1E6E43F-09E8-ED80-4BB4-1C9C9D70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7401D7-CCA5-D98D-BC0C-A7C5F91B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29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FA3865E-0061-5387-18A8-001E6A5D2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1AE1E17-DE70-1E4C-9444-79AA3D2B1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45575E9-5868-9E20-B2DF-A2264B8B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CBD7AF4-8D66-8498-7F6E-A5ADA703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C83FB19-50CC-B1B2-7A8A-27A3C75A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03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1C36A07-33F3-4988-C658-1F623A52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079D6B4-700D-4A23-CE4E-ED5595123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25D196-7607-0977-1EE6-63C2B76EA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76AC4-FC51-C646-B0B2-AD3D3181AF89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E0E9B71-CBF0-7132-93BC-27EB2F5CC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F9C9AC2-3D60-C5AA-4C8E-8B2281E94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32550-8FD9-844C-B009-0748A78140E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307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yilmazk21@itu.edu.tr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05620E-0BFA-3767-0D69-E3FD3CCE1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Demoliton of 15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Structure</a:t>
            </a:r>
            <a:r>
              <a:rPr lang="tr-TR" dirty="0"/>
              <a:t> in </a:t>
            </a:r>
            <a:r>
              <a:rPr lang="tr-TR" dirty="0" err="1"/>
              <a:t>Cappadocia</a:t>
            </a:r>
            <a:r>
              <a:rPr lang="tr-TR" dirty="0"/>
              <a:t> Starts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4F55155-3F73-33CC-D132-AD8649263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Kemal Berke Yılmaz 820220714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Engineering</a:t>
            </a:r>
            <a:r>
              <a:rPr lang="tr-TR" dirty="0"/>
              <a:t> </a:t>
            </a:r>
            <a:r>
              <a:rPr lang="tr-TR" dirty="0">
                <a:hlinkClick r:id="rId2"/>
              </a:rPr>
              <a:t>yilmazk21@itu.edu.tr</a:t>
            </a:r>
            <a:endParaRPr lang="tr-TR" dirty="0"/>
          </a:p>
          <a:p>
            <a:r>
              <a:rPr lang="tr-TR" dirty="0"/>
              <a:t>Muhammed Selim 820210406 </a:t>
            </a:r>
            <a:r>
              <a:rPr lang="tr-TR" dirty="0" err="1"/>
              <a:t>Economics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Finance polatmuha21@itu.edu.tr</a:t>
            </a:r>
          </a:p>
          <a:p>
            <a:r>
              <a:rPr lang="tr-TR"/>
              <a:t>Kerem Taşkın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449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</Words>
  <Application>Microsoft Macintosh PowerPoint</Application>
  <PresentationFormat>Geniş ekran</PresentationFormat>
  <Paragraphs>4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Teması</vt:lpstr>
      <vt:lpstr>Demoliton of 15 More Structure in Cappadocia Starts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Demoliton of 15 More Structure in Cappadocia Starts</dc:title>
  <dc:creator>berkekemalyilmaz2@gmail.com</dc:creator>
  <cp:lastModifiedBy>berkekemalyilmaz2@gmail.com</cp:lastModifiedBy>
  <cp:revision>1</cp:revision>
  <dcterms:created xsi:type="dcterms:W3CDTF">2022-12-22T08:33:48Z</dcterms:created>
  <dcterms:modified xsi:type="dcterms:W3CDTF">2022-12-22T08:35:52Z</dcterms:modified>
</cp:coreProperties>
</file>