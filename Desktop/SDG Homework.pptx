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419"/>
    <p:restoredTop sz="95794"/>
  </p:normalViewPr>
  <p:slideViewPr>
    <p:cSldViewPr snapToGrid="0">
      <p:cViewPr varScale="1">
        <p:scale>
          <a:sx n="19" d="100"/>
          <a:sy n="19" d="100"/>
        </p:scale>
        <p:origin x="216" y="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1755DA-9278-CBE3-126B-3AD93BB3F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3D66A4C-334B-38A3-B5A6-9848DFB7C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5E23A0-A7E9-5D62-04D2-236078DD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8C76F90-8126-B76C-E13E-D118BB0B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C8282C5-B8C2-5F43-C14F-56EABF66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5269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DEA818-980E-9D7C-929D-9EAE87428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DC8BE8-C5C5-0B69-C6AF-68E1246D2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0625063-0674-CEE5-90C3-CBA0D41D0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A8939E6-547A-232C-09BA-2FEB2520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FDF5A76-42FE-B35B-9DC9-206C881A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496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9D1D43-6EE4-A0C5-D8DD-5801CE16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FB534F5-D64E-A8B5-A7D8-C129B8A7D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CD1D2BB-B06B-7813-80D4-0C45E17F4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9F4CC7-9041-0D86-C78B-37B2D394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F4C07B1-28DA-6E6F-93FF-7693E8A4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84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822DDB-7FEF-C7B8-59A7-92AAA39B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20A9242-7861-3CA7-63D7-4F7076C0D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1C3B035-700A-5C95-A7BB-FAD0E471D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57DB997-096D-E6B2-3172-35EC484E2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7531AF9-AB2D-DE2E-2849-0CB4E980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8AECB09-84DF-29A2-D082-285EA103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6659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187AA77-99A2-30C3-6CFE-49344C2B8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34143AB-C532-A3FF-2E21-3DDF2214F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14BA471-CAD8-7663-4D1F-EEE72ECE7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3E0D4A9-2497-DC41-3EAC-93FEBDEA5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8755073-07A7-B4B0-A8E7-21248FC73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7C2BCDB-E57D-1A7F-4300-8FF8154A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E7CBC02-8D50-6CEC-9988-50CB5D5B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0D7CF19-4088-DF4F-CCBF-871ACE6B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976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9C0318-5CD1-8097-E6BB-34FC9665F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B0123B0-D326-014D-3546-7F8F380B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FBDE230-9CF9-D544-C4FB-396D1FA1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AF99F20-6B44-475F-6426-5F258643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870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9E02408-3981-5F6F-1CF5-68D65D811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17D70BC-21B6-991E-7A20-93F60E53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31E9AF4-9084-9225-7C8E-62BE6D75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875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864FB42-5798-5477-6DA0-AD4AC7470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0E8770E-67FC-9E57-2B23-54E9DC18F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0CD5C80-015E-2C6F-09B2-0EC08C117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9B886EF-FA61-E82D-6C15-0D64C691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2F54DA3-204C-3C11-FB13-8B8BA3F92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5D5FEC0-81B2-7BA9-3158-CDDE7F67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911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B3AD83-DAAC-84A9-20B5-6C6A156B6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DD36B4C-702B-4043-BCDD-87BE42506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CBA1419-0A22-6B35-931D-CAE9C7967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7C43CD6-9EBE-FAF9-3822-C1A476C0C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2A0CA7E-ABEB-1DB1-AF46-146E74B76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7DEA274-31F1-ADDF-07BF-40CC5084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567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D327EA-17FA-DE31-8F26-C945D711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AA8E7D3-5917-66F7-4563-56BA8581E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14F5AF4-5E0E-1206-5F65-C5CE0D8F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B5D03CC-B18C-E42F-4289-B676E1BE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52E0CF9-686B-4177-B8BD-A9209F80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1576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09E9A2F-100B-7AB3-5AE4-594B6CA7E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1A2C563-436C-B325-AAE1-40D9D36E0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05CF5F6-10BF-4248-57E6-DDA7D780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36819C2-40D5-ED21-D25E-97E5A613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015EB31-BC7B-8078-54EB-1795AFB56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80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1B71AB-2705-668E-1435-AA76C752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37DA808-5747-B616-6393-1AFE8DCD5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57941CB-4642-04C1-70FB-4390939AB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87CC7-1C4A-8940-8562-1FF5D21B7F71}" type="datetimeFigureOut">
              <a:rPr lang="tr-TR" smtClean="0"/>
              <a:t>15.11.2022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F200DE8-9B32-9461-5359-C15B2A54D7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7B1CDC4-6791-0966-7864-DCB8AD9C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F9B43-7FE4-F245-952C-F7D6A5E4DB2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117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dgs.un.org/goals/goal13" TargetMode="External"/><Relationship Id="rId2" Type="http://schemas.openxmlformats.org/officeDocument/2006/relationships/hyperlink" Target="https://www.wwf.org.tr/ne_yapiyoruz/iklim_degisikligi_ve_enerji/iklim_degisikligi/kuresel_iklim_degisikligi_ve_turkiy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dosya.csb.gov.tr/db/destek/editordosya/Iklim_Degisikligi_Uyum_Stratejisi_ve_Eylem_Plani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554846-501B-02D4-F547-CF6CC116B5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4FCDBF0-3268-D3D3-7BB7-5282D090E0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1895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C8B9F99F-220B-685E-0A98-ABD148F8D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93029"/>
            <a:ext cx="7772400" cy="487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4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1D34DAA6-8B7C-66C1-7A01-7819FAD58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49" y="0"/>
            <a:ext cx="97078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5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6ACCF1-59ED-6587-76F3-94DD2D64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Solutions</a:t>
            </a:r>
            <a:br>
              <a:rPr lang="tr-T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609AD4-C7BA-CBF9-59A2-0B6475B6B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0685"/>
            <a:ext cx="10515600" cy="395627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tr-TR" sz="14000" dirty="0">
                <a:solidFill>
                  <a:srgbClr val="18191B"/>
                </a:solidFill>
                <a:effectLst/>
              </a:rPr>
              <a:t>Legal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regulation</a:t>
            </a:r>
            <a:r>
              <a:rPr lang="tr-TR" sz="14000" dirty="0">
                <a:solidFill>
                  <a:srgbClr val="18191B"/>
                </a:solidFill>
                <a:effectLst/>
              </a:rPr>
              <a:t> on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allocation</a:t>
            </a:r>
            <a:r>
              <a:rPr lang="tr-TR" sz="14000" dirty="0">
                <a:solidFill>
                  <a:srgbClr val="18191B"/>
                </a:solidFill>
                <a:effectLst/>
              </a:rPr>
              <a:t> of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water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resources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and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protection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against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pollution</a:t>
            </a:r>
            <a:r>
              <a:rPr lang="tr-TR" sz="14000" dirty="0">
                <a:solidFill>
                  <a:srgbClr val="18191B"/>
                </a:solidFill>
                <a:effectLst/>
              </a:rPr>
              <a:t>( En</a:t>
            </a:r>
            <a:r>
              <a:rPr lang="tr-TR" sz="14000" dirty="0">
                <a:solidFill>
                  <a:srgbClr val="18191B"/>
                </a:solidFill>
              </a:rPr>
              <a:t>vironment </a:t>
            </a:r>
            <a:r>
              <a:rPr lang="tr-TR" sz="14000" dirty="0" err="1">
                <a:solidFill>
                  <a:srgbClr val="18191B"/>
                </a:solidFill>
              </a:rPr>
              <a:t>and</a:t>
            </a:r>
            <a:r>
              <a:rPr lang="tr-TR" sz="14000" dirty="0">
                <a:solidFill>
                  <a:srgbClr val="18191B"/>
                </a:solidFill>
              </a:rPr>
              <a:t> Urban </a:t>
            </a:r>
            <a:r>
              <a:rPr lang="tr-TR" sz="14000" dirty="0" err="1">
                <a:solidFill>
                  <a:srgbClr val="18191B"/>
                </a:solidFill>
              </a:rPr>
              <a:t>Ministry-Climate</a:t>
            </a:r>
            <a:r>
              <a:rPr lang="tr-TR" sz="14000" dirty="0">
                <a:solidFill>
                  <a:srgbClr val="18191B"/>
                </a:solidFill>
              </a:rPr>
              <a:t> </a:t>
            </a:r>
            <a:r>
              <a:rPr lang="tr-TR" sz="14000" dirty="0" err="1">
                <a:solidFill>
                  <a:srgbClr val="18191B"/>
                </a:solidFill>
              </a:rPr>
              <a:t>Change</a:t>
            </a:r>
            <a:r>
              <a:rPr lang="tr-TR" sz="14000" dirty="0">
                <a:solidFill>
                  <a:srgbClr val="18191B"/>
                </a:solidFill>
              </a:rPr>
              <a:t> Adaptation </a:t>
            </a:r>
            <a:r>
              <a:rPr lang="tr-TR" sz="14000" dirty="0" err="1">
                <a:solidFill>
                  <a:srgbClr val="18191B"/>
                </a:solidFill>
              </a:rPr>
              <a:t>Strategy</a:t>
            </a:r>
            <a:r>
              <a:rPr lang="tr-TR" sz="14000" dirty="0">
                <a:solidFill>
                  <a:srgbClr val="18191B"/>
                </a:solidFill>
              </a:rPr>
              <a:t> </a:t>
            </a:r>
            <a:r>
              <a:rPr lang="tr-TR" sz="14000" dirty="0" err="1">
                <a:solidFill>
                  <a:srgbClr val="18191B"/>
                </a:solidFill>
              </a:rPr>
              <a:t>and</a:t>
            </a:r>
            <a:r>
              <a:rPr lang="tr-TR" sz="14000" dirty="0">
                <a:solidFill>
                  <a:srgbClr val="18191B"/>
                </a:solidFill>
              </a:rPr>
              <a:t> Action Plan,</a:t>
            </a:r>
            <a:endParaRPr lang="tr-TR" sz="14000" dirty="0">
              <a:solidFill>
                <a:srgbClr val="18191B"/>
              </a:solidFill>
              <a:effectLst/>
            </a:endParaRPr>
          </a:p>
          <a:p>
            <a:pPr marL="0" indent="0">
              <a:buNone/>
            </a:pPr>
            <a:r>
              <a:rPr lang="tr-TR" sz="14000" dirty="0" err="1">
                <a:solidFill>
                  <a:srgbClr val="18191B"/>
                </a:solidFill>
                <a:effectLst/>
              </a:rPr>
              <a:t>Protection</a:t>
            </a:r>
            <a:r>
              <a:rPr lang="tr-TR" sz="14000" dirty="0">
                <a:solidFill>
                  <a:srgbClr val="18191B"/>
                </a:solidFill>
                <a:effectLst/>
              </a:rPr>
              <a:t> of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surface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and</a:t>
            </a:r>
            <a:r>
              <a:rPr lang="tr-TR" sz="14000" dirty="0">
                <a:solidFill>
                  <a:srgbClr val="18191B"/>
                </a:solidFill>
                <a:effectLst/>
              </a:rPr>
              <a:t> underground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water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resources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from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pollution</a:t>
            </a:r>
            <a:endParaRPr lang="tr-TR" sz="14000" dirty="0">
              <a:solidFill>
                <a:srgbClr val="18191B"/>
              </a:solidFill>
              <a:effectLst/>
            </a:endParaRPr>
          </a:p>
          <a:p>
            <a:pPr marL="0" indent="0">
              <a:buNone/>
            </a:pPr>
            <a:br>
              <a:rPr lang="tr-TR" dirty="0">
                <a:solidFill>
                  <a:srgbClr val="18191B"/>
                </a:solidFill>
                <a:effectLst/>
              </a:rPr>
            </a:br>
            <a:endParaRPr lang="tr-TR" dirty="0">
              <a:solidFill>
                <a:srgbClr val="18191B"/>
              </a:solidFill>
              <a:effectLst/>
            </a:endParaRPr>
          </a:p>
          <a:p>
            <a:pPr marL="0" indent="0">
              <a:buNone/>
            </a:pPr>
            <a:r>
              <a:rPr lang="tr-TR" sz="14000" dirty="0" err="1">
                <a:solidFill>
                  <a:srgbClr val="18191B"/>
                </a:solidFill>
                <a:effectLst/>
              </a:rPr>
              <a:t>Effective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use</a:t>
            </a:r>
            <a:r>
              <a:rPr lang="tr-TR" sz="14000" dirty="0">
                <a:solidFill>
                  <a:srgbClr val="18191B"/>
                </a:solidFill>
                <a:effectLst/>
              </a:rPr>
              <a:t> of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the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country's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water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resources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by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reducing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losses</a:t>
            </a:r>
            <a:r>
              <a:rPr lang="tr-TR" sz="14000" dirty="0">
                <a:solidFill>
                  <a:srgbClr val="18191B"/>
                </a:solidFill>
                <a:effectLst/>
              </a:rPr>
              <a:t> in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existing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water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supply</a:t>
            </a:r>
            <a:r>
              <a:rPr lang="tr-TR" sz="14000" dirty="0">
                <a:solidFill>
                  <a:srgbClr val="18191B"/>
                </a:solidFill>
                <a:effectLst/>
              </a:rPr>
              <a:t> </a:t>
            </a:r>
            <a:r>
              <a:rPr lang="tr-TR" sz="14000" dirty="0" err="1">
                <a:solidFill>
                  <a:srgbClr val="18191B"/>
                </a:solidFill>
                <a:effectLst/>
              </a:rPr>
              <a:t>facilities</a:t>
            </a:r>
            <a:endParaRPr lang="tr-TR" sz="14000" dirty="0">
              <a:solidFill>
                <a:srgbClr val="18191B"/>
              </a:solidFill>
              <a:effectLst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6297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7EE308-214C-B4BD-2F3C-1AF2A7BF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Student</a:t>
            </a:r>
            <a:r>
              <a:rPr lang="tr-TR" dirty="0"/>
              <a:t> </a:t>
            </a:r>
            <a:r>
              <a:rPr lang="tr-TR" dirty="0" err="1"/>
              <a:t>Affiliation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3CF6BB-AE1D-39F4-FAED-0EF566D1F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Name-</a:t>
            </a:r>
            <a:r>
              <a:rPr lang="tr-TR" dirty="0" err="1"/>
              <a:t>Student</a:t>
            </a:r>
            <a:r>
              <a:rPr lang="tr-TR" dirty="0"/>
              <a:t> </a:t>
            </a:r>
            <a:r>
              <a:rPr lang="tr-TR" dirty="0" err="1"/>
              <a:t>Number:Kemal</a:t>
            </a:r>
            <a:r>
              <a:rPr lang="tr-TR" dirty="0"/>
              <a:t> Berke Yılmaz(802220714),Muhammet Serhat Başkan(820210311)</a:t>
            </a:r>
          </a:p>
          <a:p>
            <a:r>
              <a:rPr lang="tr-TR" dirty="0" err="1"/>
              <a:t>Faculty-Department:KKTC-Computer</a:t>
            </a:r>
            <a:r>
              <a:rPr lang="tr-TR" dirty="0"/>
              <a:t> </a:t>
            </a:r>
            <a:r>
              <a:rPr lang="tr-TR" dirty="0" err="1"/>
              <a:t>Engineering</a:t>
            </a:r>
            <a:endParaRPr lang="tr-TR" dirty="0"/>
          </a:p>
          <a:p>
            <a:r>
              <a:rPr lang="tr-TR" dirty="0" err="1"/>
              <a:t>Email</a:t>
            </a:r>
            <a:r>
              <a:rPr lang="tr-TR" dirty="0"/>
              <a:t> :yilmazkemalberke@gmail.com,m.baskan1603@gmail.com</a:t>
            </a:r>
          </a:p>
          <a:p>
            <a:r>
              <a:rPr lang="tr-TR" dirty="0"/>
              <a:t>ING 100(</a:t>
            </a:r>
            <a:r>
              <a:rPr lang="tr-TR" b="0" i="0" dirty="0">
                <a:solidFill>
                  <a:srgbClr val="212529"/>
                </a:solidFill>
                <a:effectLst/>
                <a:latin typeface="Source Sans Pro" panose="020F0502020204030204" pitchFamily="34" charset="0"/>
              </a:rPr>
              <a:t>15106)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15934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933BBB-8EE8-0D41-5DFB-C9589A94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AD107B2-DDC0-9DD9-BFF9-83F658F55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hlinkClick r:id="rId2"/>
              </a:rPr>
              <a:t>https://www.wwf.org.tr/ne_yapiyoruz/iklim_degisikligi_ve_enerji/iklim_degisikligi/kuresel_iklim_degisikligi_ve_turkiye/</a:t>
            </a:r>
            <a:endParaRPr lang="tr-TR" dirty="0"/>
          </a:p>
          <a:p>
            <a:r>
              <a:rPr lang="tr-TR" dirty="0">
                <a:hlinkClick r:id="rId3"/>
              </a:rPr>
              <a:t>https://sdgs.un.org/goals/goal13</a:t>
            </a:r>
            <a:endParaRPr lang="tr-TR" dirty="0"/>
          </a:p>
          <a:p>
            <a:r>
              <a:rPr lang="tr-TR" dirty="0">
                <a:hlinkClick r:id="rId4"/>
              </a:rPr>
              <a:t>https://webdosya.csb.gov.tr/db/destek/editordosya/Iklim_Degisikligi_Uyum_Stratejisi_ve_Eylem_Plani.pdf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8830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168</Words>
  <Application>Microsoft Macintosh PowerPoint</Application>
  <PresentationFormat>Geniş ekran</PresentationFormat>
  <Paragraphs>14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Helvetica Neue</vt:lpstr>
      <vt:lpstr>Source Sans Pro</vt:lpstr>
      <vt:lpstr>Office Teması</vt:lpstr>
      <vt:lpstr>PowerPoint Sunusu</vt:lpstr>
      <vt:lpstr>PowerPoint Sunusu</vt:lpstr>
      <vt:lpstr>PowerPoint Sunusu</vt:lpstr>
      <vt:lpstr>Solutions </vt:lpstr>
      <vt:lpstr>Student Affiliation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berkekemalyilmaz2@gmail.com</dc:creator>
  <cp:lastModifiedBy>berkekemalyilmaz2@gmail.com</cp:lastModifiedBy>
  <cp:revision>4</cp:revision>
  <dcterms:created xsi:type="dcterms:W3CDTF">2022-11-15T15:26:14Z</dcterms:created>
  <dcterms:modified xsi:type="dcterms:W3CDTF">2022-11-15T17:00:21Z</dcterms:modified>
</cp:coreProperties>
</file>