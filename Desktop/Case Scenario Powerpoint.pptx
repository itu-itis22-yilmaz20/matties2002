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65" r:id="rId6"/>
    <p:sldId id="268" r:id="rId7"/>
    <p:sldId id="264" r:id="rId8"/>
    <p:sldId id="267" r:id="rId9"/>
    <p:sldId id="260" r:id="rId10"/>
    <p:sldId id="261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44"/>
    <p:restoredTop sz="94681"/>
  </p:normalViewPr>
  <p:slideViewPr>
    <p:cSldViewPr snapToGrid="0">
      <p:cViewPr>
        <p:scale>
          <a:sx n="109" d="100"/>
          <a:sy n="109" d="100"/>
        </p:scale>
        <p:origin x="-22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16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8C95C-D124-5448-A8D0-08B213CF0693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CD99F-1A0D-554C-941D-737AD1A292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210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CD99F-1A0D-554C-941D-737AD1A29237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4766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E0FBE7-8EE9-1A8A-239C-63F602B90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2858B2E-C098-4A18-213B-7D9D59C94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CCE4615-1C55-8DA7-FD3A-9B295666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3717332-64AB-A3C5-9197-DEC52096B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1BEB202-B7B1-D0DF-6599-B4D1DDDE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349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D0E214-2669-FDAB-90C3-0D37BDCF0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0241701-518C-C3F4-6A0C-AC955B57D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3CCED64-C7F7-D805-CDA5-F9D559D3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D19C685-768C-61AE-3925-42C464D53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A5E4C0B-7AB5-A3C8-8EE5-DB9E5D385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9013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A24BF7A-3E6F-BF8D-7528-F0A85299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0333079-E49A-3B3F-FD47-83698024E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823A934-B4EC-97DE-8DA3-1EE69C94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FBBC6E-09F7-3053-59B8-ED21DDFE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BB9CCBD-CC44-D67B-F7D5-23D4C8DA4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617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4EF78D-4E7A-1AA4-3E74-7B07C1E9A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69634BD-8B09-1966-1379-D3E876D9C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2EDBB30-A73E-B81B-1728-0C52F0DA9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C40FFB9-E666-2DB8-B682-5DBB9C62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8690598-99E8-08A0-1BEC-4590803C6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392BD98-D17B-3C09-618E-3FFA0460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595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7AAE83-0498-8228-1E7E-86F34C849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4607CAD-4878-69E7-305D-BB9D9BF80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B9B703E-D3C7-4EB0-4FC5-292146425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5E385AE-1599-D746-AD3F-E64C5CAC5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E6B7A33A-F341-6D48-E704-303C17E474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63AB06EF-717F-BD39-C80D-2A2498C9E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BE286D1-D959-CE6D-385D-CE598110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6AB3BD4D-F373-1FD2-371D-CE8776A7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3697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E55B77-7285-9346-1649-F72A3A728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4D63C4C-5A1E-BCF2-9939-0B4D3553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F4052D1-AFE6-4EF2-2906-BD26CD39D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EE4FC7E-5734-53F3-B011-5AB536D5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188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F62659F-C8FE-86C6-1C2F-064D7C627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AE786C13-8BF5-1F6D-FB8D-DCB5D80D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B2D82EB-979A-E188-5024-27D87AAF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102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047BA8-21EC-7AA1-6737-05D992A2F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CAAECED-8DAD-F33E-1AAA-ABF61A594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852B9A1-616D-EE68-4224-224789FAB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8356306-E7F7-6580-0D3E-CB09584ED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0CED62D-D567-A5DF-AC0C-09F670475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746DD7-DD62-0DFA-0E55-E16AE70A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8324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BD1659B-CB69-9D46-845B-0C9B03005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CAD83F9-6CE9-69AB-6BF9-E791C0CC5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D1BF8E7-9CB1-A2C2-679A-294093103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736FA62-0009-56B9-22A7-77400820C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4136B68-9ACB-B3BE-A5AB-F8F6A7B6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6D1F1CB-8AF9-3C97-C4BF-6932D9A2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291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C760D5-885E-E955-CADE-1DFFA540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EF5EFBB-76C5-B258-01A3-4F9AB6E0F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6AE057D-E5EA-519C-3801-11FEF643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10692FF-3A65-7D2A-A48C-BF2D2BE78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9BEB53C-ACFD-0FCF-90CB-EB49E6E8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4261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A2D177AA-3863-4677-D4EB-4AEE69B32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86C1B3C-C3E9-92A7-97C0-970CD7315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45DB95B-C348-203F-741E-FA2473D4D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5E6D051-75D8-AC0B-CCE4-190F33287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8B8C8F-1AE5-90F8-F488-3FA4B981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6114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AD2F479E-3D4E-A80E-0AE8-99BC7AC4F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5DFCA39-4953-38D1-B47F-DE0397152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0BBEF62-C02D-196A-4B5E-A685F257BA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AAADB-0578-3D49-8615-43907A09E624}" type="datetimeFigureOut">
              <a:rPr lang="tr-TR" smtClean="0"/>
              <a:t>22.12.2022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19C1CEE-8195-35F1-49C2-A56E367C3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1AB4C5B-BFAB-59E7-4188-65C6BB85B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245E9-DFDF-BE49-A03B-41AFB891DC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875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yilmazk21@itu.edu.tr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655B47-F3EB-4505-AB58-2FAEB6EB74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Demoliton of 15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Structure</a:t>
            </a:r>
            <a:r>
              <a:rPr lang="tr-TR" dirty="0"/>
              <a:t> in </a:t>
            </a:r>
            <a:r>
              <a:rPr lang="tr-TR" dirty="0" err="1"/>
              <a:t>Cappadocia</a:t>
            </a:r>
            <a:r>
              <a:rPr lang="tr-TR" dirty="0"/>
              <a:t> Starts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3474AEF-CE93-3AE5-4A11-15E0195DE9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tr-TR" dirty="0"/>
          </a:p>
          <a:p>
            <a:r>
              <a:rPr lang="tr-TR" dirty="0"/>
              <a:t>Kemal Berke Yılmaz 820220714 </a:t>
            </a:r>
            <a:r>
              <a:rPr lang="tr-TR" dirty="0" err="1"/>
              <a:t>Computer</a:t>
            </a:r>
            <a:r>
              <a:rPr lang="tr-TR" dirty="0"/>
              <a:t> </a:t>
            </a:r>
            <a:r>
              <a:rPr lang="tr-TR" dirty="0" err="1"/>
              <a:t>Engineering</a:t>
            </a:r>
            <a:r>
              <a:rPr lang="tr-TR" dirty="0"/>
              <a:t> </a:t>
            </a:r>
            <a:r>
              <a:rPr lang="tr-TR" dirty="0">
                <a:hlinkClick r:id="rId2"/>
              </a:rPr>
              <a:t>yilmazk21@itu.edu.tr</a:t>
            </a:r>
            <a:endParaRPr lang="tr-TR" dirty="0"/>
          </a:p>
          <a:p>
            <a:r>
              <a:rPr lang="tr-TR" dirty="0"/>
              <a:t>Muhammed Selim 820210406 </a:t>
            </a:r>
            <a:r>
              <a:rPr lang="tr-TR" dirty="0" err="1"/>
              <a:t>Economics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Finance polatmuha21@itu.edu.tr</a:t>
            </a:r>
          </a:p>
          <a:p>
            <a:r>
              <a:rPr lang="tr-TR" dirty="0"/>
              <a:t>Kerem Taşkın 820220659 </a:t>
            </a:r>
            <a:r>
              <a:rPr lang="tr-TR" dirty="0" err="1"/>
              <a:t>taskink@itu.edu.tr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1074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31877BF-59AB-CDD3-A633-EB9076421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56849"/>
            <a:ext cx="10515600" cy="2169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4000" dirty="0" err="1"/>
              <a:t>You</a:t>
            </a:r>
            <a:r>
              <a:rPr lang="tr-TR" sz="4000" dirty="0"/>
              <a:t> </a:t>
            </a:r>
            <a:r>
              <a:rPr lang="tr-TR" sz="4000" dirty="0" err="1"/>
              <a:t>know,Capadocia</a:t>
            </a:r>
            <a:r>
              <a:rPr lang="tr-TR" sz="4000" dirty="0"/>
              <a:t> is an </a:t>
            </a:r>
            <a:r>
              <a:rPr lang="tr-TR" sz="4000" dirty="0" err="1"/>
              <a:t>important</a:t>
            </a:r>
            <a:r>
              <a:rPr lang="tr-TR" sz="4000" dirty="0"/>
              <a:t> </a:t>
            </a:r>
            <a:r>
              <a:rPr lang="tr-TR" sz="4000" dirty="0" err="1"/>
              <a:t>historical</a:t>
            </a:r>
            <a:r>
              <a:rPr lang="tr-TR" sz="4000" dirty="0"/>
              <a:t> </a:t>
            </a:r>
            <a:r>
              <a:rPr lang="tr-TR" sz="4000" dirty="0" err="1"/>
              <a:t>place</a:t>
            </a:r>
            <a:r>
              <a:rPr lang="tr-TR" sz="4000" dirty="0"/>
              <a:t> in </a:t>
            </a:r>
            <a:r>
              <a:rPr lang="tr-TR" sz="4000" dirty="0" err="1"/>
              <a:t>Turkey</a:t>
            </a:r>
            <a:r>
              <a:rPr lang="tr-TR" sz="4000" dirty="0"/>
              <a:t>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D8F7B60-E3E7-37FC-4D7A-34E0F70DA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1" y="681037"/>
            <a:ext cx="4441074" cy="299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360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E80C918-D673-678D-F205-00FF76DCC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729" y="4513450"/>
            <a:ext cx="10515600" cy="2129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4000" dirty="0"/>
              <a:t>On </a:t>
            </a:r>
            <a:r>
              <a:rPr lang="tr-TR" sz="4000" dirty="0" err="1"/>
              <a:t>the</a:t>
            </a:r>
            <a:r>
              <a:rPr lang="tr-TR" sz="4000" dirty="0"/>
              <a:t> </a:t>
            </a:r>
            <a:r>
              <a:rPr lang="tr-TR" sz="4000" dirty="0" err="1"/>
              <a:t>other</a:t>
            </a:r>
            <a:r>
              <a:rPr lang="tr-TR" sz="4000" dirty="0"/>
              <a:t> </a:t>
            </a:r>
            <a:r>
              <a:rPr lang="tr-TR" sz="4000" dirty="0" err="1"/>
              <a:t>hand</a:t>
            </a:r>
            <a:r>
              <a:rPr lang="tr-TR" sz="4000" dirty="0"/>
              <a:t> </a:t>
            </a:r>
            <a:r>
              <a:rPr lang="tr-TR" sz="4000" dirty="0" err="1"/>
              <a:t>there</a:t>
            </a:r>
            <a:r>
              <a:rPr lang="tr-TR" sz="4000" dirty="0"/>
              <a:t> </a:t>
            </a:r>
            <a:r>
              <a:rPr lang="tr-TR" sz="4000" dirty="0" err="1"/>
              <a:t>are</a:t>
            </a:r>
            <a:r>
              <a:rPr lang="tr-TR" sz="4000" dirty="0"/>
              <a:t> </a:t>
            </a:r>
            <a:r>
              <a:rPr lang="tr-TR" sz="4000" dirty="0" err="1"/>
              <a:t>some</a:t>
            </a:r>
            <a:r>
              <a:rPr lang="tr-TR" sz="4000" dirty="0"/>
              <a:t> </a:t>
            </a:r>
            <a:r>
              <a:rPr lang="tr-TR" sz="4000" dirty="0" err="1"/>
              <a:t>skew</a:t>
            </a:r>
            <a:r>
              <a:rPr lang="tr-TR" sz="4000" dirty="0"/>
              <a:t> </a:t>
            </a:r>
            <a:r>
              <a:rPr lang="tr-TR" sz="4000" dirty="0" err="1"/>
              <a:t>settlements</a:t>
            </a:r>
            <a:r>
              <a:rPr lang="tr-TR" sz="4000" dirty="0"/>
              <a:t>  in </a:t>
            </a:r>
            <a:r>
              <a:rPr lang="tr-TR" sz="4000" dirty="0" err="1"/>
              <a:t>Capadocia</a:t>
            </a:r>
            <a:r>
              <a:rPr lang="tr-TR" sz="4000" dirty="0"/>
              <a:t>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6205FA13-ABEF-8E6E-126F-BDA4AC685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681038"/>
            <a:ext cx="4964268" cy="315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50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65D596-9BC5-AE8F-6A2A-0E2F71EE1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906"/>
            <a:ext cx="10515600" cy="5137057"/>
          </a:xfrm>
        </p:spPr>
        <p:txBody>
          <a:bodyPr/>
          <a:lstStyle/>
          <a:p>
            <a:pPr marL="0" indent="0">
              <a:buNone/>
            </a:pP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commission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has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been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recently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assigned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by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Turkish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Culture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and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Tourism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Ministry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to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explore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Cappadocia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area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and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to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detect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illegal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constructions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move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came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after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public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uproar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at a hotel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construction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at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area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ministry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then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announced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construction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hotel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was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stopped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and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next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day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on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Feb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. 14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demolition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works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kicked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off</a:t>
            </a:r>
            <a:r>
              <a:rPr lang="tr-TR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.</a:t>
            </a:r>
            <a:r>
              <a:rPr lang="tr-TR" sz="2800" dirty="0"/>
              <a:t> (Daily News,2019)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24357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C78078-C679-3990-3315-C7353CBF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What</a:t>
            </a:r>
            <a:r>
              <a:rPr lang="tr-TR" dirty="0"/>
              <a:t> is SDG 11-1?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BC66A6C-A8F1-CA0E-1115-B23242515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66" y="1690688"/>
            <a:ext cx="10515600" cy="962865"/>
          </a:xfrm>
        </p:spPr>
        <p:txBody>
          <a:bodyPr/>
          <a:lstStyle/>
          <a:p>
            <a:pPr marL="0" indent="0">
              <a:buNone/>
            </a:pP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By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2030,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ensure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access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for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all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to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adequate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,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safe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and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affordable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housing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and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basic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services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and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upgrade</a:t>
            </a:r>
            <a:r>
              <a:rPr lang="tr-TR" b="0" i="0" dirty="0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tr-TR" b="0" i="0" dirty="0" err="1">
                <a:solidFill>
                  <a:srgbClr val="4D4D4D"/>
                </a:solidFill>
                <a:effectLst/>
                <a:latin typeface="Roboto" panose="020F0502020204030204" pitchFamily="34" charset="0"/>
              </a:rPr>
              <a:t>slums</a:t>
            </a:r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1028" name="Picture 4" descr="Where Are Migrants in SDG #11? | Migration for development">
            <a:extLst>
              <a:ext uri="{FF2B5EF4-FFF2-40B4-BE49-F238E27FC236}">
                <a16:creationId xmlns:a16="http://schemas.microsoft.com/office/drawing/2014/main" id="{FD0C99D3-20E5-B590-2EDD-EE8432454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16251"/>
            <a:ext cx="3590365" cy="359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757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DG 11 - Make cities and human settlements inclusive, safe, resilient and  sustainable — Thompson Okanagan Tourism Association (TOTA)">
            <a:extLst>
              <a:ext uri="{FF2B5EF4-FFF2-40B4-BE49-F238E27FC236}">
                <a16:creationId xmlns:a16="http://schemas.microsoft.com/office/drawing/2014/main" id="{76206E10-CDBE-0F28-45DB-A4718C3B6E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13" y="912809"/>
            <a:ext cx="7585636" cy="412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742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C79BCB5-DC70-F7DF-7B06-E83564228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10515600" cy="5862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4000" dirty="0"/>
              <a:t>As </a:t>
            </a:r>
            <a:r>
              <a:rPr lang="tr-TR" sz="4000" dirty="0" err="1"/>
              <a:t>you</a:t>
            </a:r>
            <a:r>
              <a:rPr lang="tr-TR" sz="4000" dirty="0"/>
              <a:t> </a:t>
            </a:r>
            <a:r>
              <a:rPr lang="tr-TR" sz="4000" dirty="0" err="1"/>
              <a:t>know</a:t>
            </a:r>
            <a:r>
              <a:rPr lang="tr-TR" sz="4000" dirty="0"/>
              <a:t> </a:t>
            </a:r>
            <a:r>
              <a:rPr lang="tr-TR" sz="4000" dirty="0" err="1"/>
              <a:t>Sustainable</a:t>
            </a:r>
            <a:r>
              <a:rPr lang="tr-TR" sz="4000" dirty="0"/>
              <a:t> Development </a:t>
            </a:r>
            <a:r>
              <a:rPr lang="tr-TR" sz="4000" dirty="0" err="1"/>
              <a:t>Goals</a:t>
            </a:r>
            <a:r>
              <a:rPr lang="tr-TR" sz="4000" dirty="0"/>
              <a:t> </a:t>
            </a:r>
            <a:r>
              <a:rPr lang="tr-TR" sz="4000" dirty="0" err="1"/>
              <a:t>aims</a:t>
            </a:r>
            <a:r>
              <a:rPr lang="tr-TR" sz="4000" dirty="0"/>
              <a:t> </a:t>
            </a:r>
            <a:r>
              <a:rPr lang="tr-TR" sz="4000" dirty="0" err="1"/>
              <a:t>to</a:t>
            </a:r>
            <a:r>
              <a:rPr lang="tr-TR" sz="4000" dirty="0"/>
              <a:t>  </a:t>
            </a:r>
            <a:r>
              <a:rPr lang="tr-TR" sz="4000" dirty="0" err="1"/>
              <a:t>make</a:t>
            </a:r>
            <a:r>
              <a:rPr lang="tr-TR" sz="4000" dirty="0"/>
              <a:t> </a:t>
            </a:r>
            <a:r>
              <a:rPr lang="tr-TR" sz="4000" dirty="0" err="1"/>
              <a:t>cities</a:t>
            </a:r>
            <a:r>
              <a:rPr lang="tr-TR" sz="4000" dirty="0"/>
              <a:t> </a:t>
            </a:r>
            <a:r>
              <a:rPr lang="tr-TR" sz="4000" dirty="0" err="1"/>
              <a:t>and</a:t>
            </a:r>
            <a:r>
              <a:rPr lang="tr-TR" sz="4000" dirty="0"/>
              <a:t> </a:t>
            </a:r>
            <a:r>
              <a:rPr lang="tr-TR" sz="4000" dirty="0" err="1"/>
              <a:t>human</a:t>
            </a:r>
            <a:r>
              <a:rPr lang="tr-TR" sz="4000" dirty="0"/>
              <a:t> </a:t>
            </a:r>
            <a:r>
              <a:rPr lang="tr-TR" sz="4000" dirty="0" err="1"/>
              <a:t>settlements</a:t>
            </a:r>
            <a:r>
              <a:rPr lang="tr-TR" sz="4000" dirty="0"/>
              <a:t> </a:t>
            </a:r>
            <a:r>
              <a:rPr lang="tr-TR" sz="4000" dirty="0" err="1"/>
              <a:t>inclusive</a:t>
            </a:r>
            <a:r>
              <a:rPr lang="tr-TR" sz="4000" dirty="0"/>
              <a:t>, </a:t>
            </a:r>
            <a:r>
              <a:rPr lang="tr-TR" sz="4000" dirty="0" err="1"/>
              <a:t>safe</a:t>
            </a:r>
            <a:r>
              <a:rPr lang="tr-TR" sz="4000" dirty="0"/>
              <a:t>, </a:t>
            </a:r>
            <a:r>
              <a:rPr lang="tr-TR" sz="4000" dirty="0" err="1"/>
              <a:t>resilient</a:t>
            </a:r>
            <a:r>
              <a:rPr lang="tr-TR" sz="4000" dirty="0"/>
              <a:t> </a:t>
            </a:r>
            <a:r>
              <a:rPr lang="tr-TR" sz="4000" dirty="0" err="1"/>
              <a:t>and</a:t>
            </a:r>
            <a:r>
              <a:rPr lang="tr-TR" sz="4000" dirty="0"/>
              <a:t> </a:t>
            </a:r>
            <a:r>
              <a:rPr lang="tr-TR" sz="4000" dirty="0" err="1"/>
              <a:t>sustainable</a:t>
            </a:r>
            <a:r>
              <a:rPr lang="tr-TR" sz="4000" dirty="0"/>
              <a:t> but </a:t>
            </a:r>
            <a:r>
              <a:rPr lang="tr-TR" sz="4000" dirty="0" err="1"/>
              <a:t>skew</a:t>
            </a:r>
            <a:r>
              <a:rPr lang="tr-TR" sz="4000" dirty="0"/>
              <a:t> </a:t>
            </a:r>
            <a:r>
              <a:rPr lang="tr-TR" sz="4000" dirty="0" err="1"/>
              <a:t>settlements</a:t>
            </a:r>
            <a:r>
              <a:rPr lang="tr-TR" sz="4000" dirty="0"/>
              <a:t> is not a </a:t>
            </a:r>
            <a:r>
              <a:rPr lang="tr-TR" sz="4000" dirty="0" err="1"/>
              <a:t>kind</a:t>
            </a:r>
            <a:r>
              <a:rPr lang="tr-TR" sz="4000" dirty="0"/>
              <a:t> of </a:t>
            </a:r>
            <a:r>
              <a:rPr lang="tr-TR" sz="4000" dirty="0" err="1"/>
              <a:t>them</a:t>
            </a:r>
            <a:r>
              <a:rPr lang="tr-TR" sz="4000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3464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0FF429DF-8D3F-3C27-1EBF-6848CE9067F0}"/>
              </a:ext>
            </a:extLst>
          </p:cNvPr>
          <p:cNvSpPr txBox="1"/>
          <p:nvPr/>
        </p:nvSpPr>
        <p:spPr>
          <a:xfrm>
            <a:off x="502023" y="573740"/>
            <a:ext cx="1007633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  <a:r>
              <a:rPr lang="tr-TR" sz="3200" dirty="0" err="1">
                <a:solidFill>
                  <a:srgbClr val="000000"/>
                </a:solidFill>
                <a:latin typeface="Roboto" panose="02000000000000000000" pitchFamily="2" charset="0"/>
              </a:rPr>
              <a:t>Luckily</a:t>
            </a:r>
            <a:r>
              <a:rPr lang="tr-TR" sz="3200" dirty="0">
                <a:solidFill>
                  <a:srgbClr val="000000"/>
                </a:solidFill>
                <a:latin typeface="Roboto" panose="02000000000000000000" pitchFamily="2" charset="0"/>
              </a:rPr>
              <a:t> a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commission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has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been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recently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assigned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by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Turkish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Culture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and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Tourism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Ministry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to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explore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Cappadocia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area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and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to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detect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illegal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constructions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move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came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after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public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uproar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at a hotel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construction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at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area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ministry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then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announced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construction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hotel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was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stopped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and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next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day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on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Feb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. 14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demolition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works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kicked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tr-TR" sz="3200" b="0" i="0" u="none" strike="noStrik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off</a:t>
            </a:r>
            <a:r>
              <a:rPr lang="tr-TR" sz="3200" b="0" i="0" u="none" strike="noStrik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.</a:t>
            </a:r>
            <a:r>
              <a:rPr lang="tr-TR" sz="3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(Daily News,2019)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278449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5BE1478-E44D-B571-30E9-6FB4CC55E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389" y="2554941"/>
            <a:ext cx="10515600" cy="5249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4000" dirty="0"/>
              <a:t>But </a:t>
            </a:r>
            <a:r>
              <a:rPr lang="tr-TR" sz="4000" dirty="0" err="1"/>
              <a:t>they</a:t>
            </a:r>
            <a:r>
              <a:rPr lang="tr-TR" sz="4000" dirty="0"/>
              <a:t> </a:t>
            </a:r>
            <a:r>
              <a:rPr lang="tr-TR" sz="4000" dirty="0" err="1"/>
              <a:t>waited</a:t>
            </a:r>
            <a:r>
              <a:rPr lang="tr-TR" sz="4000" dirty="0"/>
              <a:t> </a:t>
            </a:r>
            <a:r>
              <a:rPr lang="tr-TR" sz="4000" dirty="0" err="1"/>
              <a:t>to</a:t>
            </a:r>
            <a:r>
              <a:rPr lang="tr-TR" sz="4000" dirty="0"/>
              <a:t> </a:t>
            </a:r>
            <a:r>
              <a:rPr lang="tr-TR" sz="4000" dirty="0" err="1"/>
              <a:t>increase</a:t>
            </a:r>
            <a:r>
              <a:rPr lang="tr-TR" sz="4000" dirty="0"/>
              <a:t> of </a:t>
            </a:r>
            <a:r>
              <a:rPr lang="tr-TR" sz="4000" dirty="0" err="1"/>
              <a:t>the</a:t>
            </a:r>
            <a:r>
              <a:rPr lang="tr-TR" sz="4000" dirty="0"/>
              <a:t> </a:t>
            </a:r>
            <a:r>
              <a:rPr lang="tr-TR" sz="4000" dirty="0" err="1"/>
              <a:t>reaction</a:t>
            </a:r>
            <a:r>
              <a:rPr lang="tr-TR" sz="4000" dirty="0"/>
              <a:t> of </a:t>
            </a:r>
            <a:r>
              <a:rPr lang="tr-TR" sz="4000" dirty="0" err="1"/>
              <a:t>public</a:t>
            </a:r>
            <a:r>
              <a:rPr lang="tr-TR" sz="4000" dirty="0"/>
              <a:t> </a:t>
            </a:r>
            <a:r>
              <a:rPr lang="tr-TR" sz="4000" dirty="0" err="1"/>
              <a:t>instead</a:t>
            </a:r>
            <a:r>
              <a:rPr lang="tr-TR" sz="4000" dirty="0"/>
              <a:t> of </a:t>
            </a:r>
            <a:r>
              <a:rPr lang="tr-TR" sz="4000" dirty="0" err="1"/>
              <a:t>doing</a:t>
            </a:r>
            <a:r>
              <a:rPr lang="tr-TR" sz="4000" dirty="0"/>
              <a:t> </a:t>
            </a:r>
            <a:r>
              <a:rPr lang="tr-TR" sz="4000" dirty="0" err="1"/>
              <a:t>regular</a:t>
            </a:r>
            <a:r>
              <a:rPr lang="tr-TR" sz="4000" dirty="0"/>
              <a:t> </a:t>
            </a:r>
            <a:r>
              <a:rPr lang="tr-TR" sz="4000" dirty="0" err="1"/>
              <a:t>controlls</a:t>
            </a:r>
            <a:r>
              <a:rPr lang="tr-TR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061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2AB751-8BBC-4669-A6B0-CA0CEE115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282" y="2312894"/>
            <a:ext cx="10515600" cy="4280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4000" dirty="0" err="1"/>
              <a:t>If</a:t>
            </a:r>
            <a:r>
              <a:rPr lang="tr-TR" sz="4000" dirty="0"/>
              <a:t> </a:t>
            </a:r>
            <a:r>
              <a:rPr lang="tr-TR" sz="4000" dirty="0" err="1"/>
              <a:t>they</a:t>
            </a:r>
            <a:r>
              <a:rPr lang="tr-TR" sz="4000" dirty="0"/>
              <a:t> </a:t>
            </a:r>
            <a:r>
              <a:rPr lang="tr-TR" sz="4000" dirty="0" err="1"/>
              <a:t>would</a:t>
            </a:r>
            <a:r>
              <a:rPr lang="tr-TR" sz="4000" dirty="0"/>
              <a:t> do </a:t>
            </a:r>
            <a:r>
              <a:rPr lang="tr-TR" sz="4000" dirty="0" err="1"/>
              <a:t>these</a:t>
            </a:r>
            <a:r>
              <a:rPr lang="tr-TR" sz="4000" dirty="0"/>
              <a:t> </a:t>
            </a:r>
            <a:r>
              <a:rPr lang="tr-TR" sz="4000" dirty="0" err="1"/>
              <a:t>controls,the</a:t>
            </a:r>
            <a:r>
              <a:rPr lang="tr-TR" sz="4000" dirty="0"/>
              <a:t> </a:t>
            </a:r>
            <a:r>
              <a:rPr lang="tr-TR" sz="4000" dirty="0" err="1"/>
              <a:t>place</a:t>
            </a:r>
            <a:r>
              <a:rPr lang="tr-TR" sz="4000" dirty="0"/>
              <a:t> </a:t>
            </a:r>
            <a:r>
              <a:rPr lang="tr-TR" sz="4000" dirty="0" err="1"/>
              <a:t>which</a:t>
            </a:r>
            <a:r>
              <a:rPr lang="tr-TR" sz="4000" dirty="0"/>
              <a:t> has 10000+ </a:t>
            </a:r>
            <a:r>
              <a:rPr lang="tr-TR" sz="4000" dirty="0" err="1"/>
              <a:t>years</a:t>
            </a:r>
            <a:r>
              <a:rPr lang="tr-TR" sz="4000" dirty="0"/>
              <a:t> </a:t>
            </a:r>
            <a:r>
              <a:rPr lang="tr-TR" sz="4000" dirty="0" err="1"/>
              <a:t>history</a:t>
            </a:r>
            <a:r>
              <a:rPr lang="tr-TR" sz="4000" dirty="0"/>
              <a:t> </a:t>
            </a:r>
            <a:r>
              <a:rPr lang="tr-TR" sz="4000" dirty="0" err="1"/>
              <a:t>hadn’t</a:t>
            </a:r>
            <a:r>
              <a:rPr lang="tr-TR" sz="4000" dirty="0"/>
              <a:t> </a:t>
            </a:r>
            <a:r>
              <a:rPr lang="tr-TR" sz="4000" dirty="0" err="1"/>
              <a:t>been</a:t>
            </a:r>
            <a:r>
              <a:rPr lang="tr-TR" sz="4000" dirty="0"/>
              <a:t> </a:t>
            </a:r>
            <a:r>
              <a:rPr lang="tr-TR" sz="4000" dirty="0" err="1"/>
              <a:t>damaged</a:t>
            </a:r>
            <a:r>
              <a:rPr lang="tr-TR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5919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301</Words>
  <Application>Microsoft Macintosh PowerPoint</Application>
  <PresentationFormat>Geniş ekran</PresentationFormat>
  <Paragraphs>15</Paragraphs>
  <Slides>10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Roboto</vt:lpstr>
      <vt:lpstr>Office Teması</vt:lpstr>
      <vt:lpstr>Demoliton of 15 More Structure in Cappadocia Starts</vt:lpstr>
      <vt:lpstr>PowerPoint Sunusu</vt:lpstr>
      <vt:lpstr>PowerPoint Sunusu</vt:lpstr>
      <vt:lpstr>PowerPoint Sunusu</vt:lpstr>
      <vt:lpstr>What is SDG 11-1?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Demoliton of 15 More Structure in Cappadocia Starts</dc:title>
  <dc:creator>berkekemalyilmaz2@gmail.com</dc:creator>
  <cp:lastModifiedBy>berkekemalyilmaz2@gmail.com</cp:lastModifiedBy>
  <cp:revision>8</cp:revision>
  <dcterms:created xsi:type="dcterms:W3CDTF">2022-12-22T04:33:33Z</dcterms:created>
  <dcterms:modified xsi:type="dcterms:W3CDTF">2022-12-22T10:55:35Z</dcterms:modified>
</cp:coreProperties>
</file>